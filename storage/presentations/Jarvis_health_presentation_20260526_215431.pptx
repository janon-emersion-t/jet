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JARVIS Project Health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Project: Jarvis</a:t>
            </a:r>
          </a:p>
          <a:p>
            <a:r>
              <a:t>Generated: 2026-05-26T21:54:31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TODO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PROJECT TODO SCANNER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 tools/architecture_quality_tools.py:172 if "TODO" in text or "FIXME" in text:</a:t>
            </a:r>
          </a:p>
          <a:p>
            <a:pPr>
              <a:defRPr sz="1400"/>
            </a:pPr>
            <a:r>
              <a:t>- tools/architecture_quality_tools.py:174 issues.append(f"- TODO/FIXME found: {_rel(project, file)}")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CODE SMELL DETECTOR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 Risky execution pattern: tools/project_health_tools.py:239</a:t>
            </a:r>
          </a:p>
          <a:p>
            <a:pPr>
              <a:defRPr sz="1400"/>
            </a:pPr>
            <a:r>
              <a:t>- Large file over 500 lines: tools/browser_automation_tools.py (522 lines)</a:t>
            </a:r>
          </a:p>
          <a:p>
            <a:pPr>
              <a:defRPr sz="1400"/>
            </a:pPr>
            <a:r>
              <a:t>- Risky execution pattern: tools/dev_ops_tools.py:89</a:t>
            </a:r>
          </a:p>
          <a:p>
            <a:pPr>
              <a:defRPr sz="1400"/>
            </a:pPr>
            <a:r>
              <a:t>- Risky execution pattern: voice/piper_tts.py:28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 FILE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DEAD FILE DETECTOR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 tools/browser_automation_tools.py.bak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IMPORT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MISSING IMPORT DETECTOR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 Python syntax/import parse risk: tools/integration_tools.py:2 unexpected indent</a:t>
            </a:r>
          </a:p>
          <a:p>
            <a:pPr>
              <a:defRPr sz="1400"/>
            </a:pPr>
            <a:r>
              <a:t>- Python syntax/import parse risk: tools/vision_tools.py:44 invalid character '—' (U+2014)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routes folder not found.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routes folder not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resources/views folder not found.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resources/views folder not 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resources/views folder not found.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resources/views folder not found.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CONFIG 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DB CONFIG CHECKER</a:t>
            </a:r>
          </a:p>
          <a:p>
            <a:pPr>
              <a:defRPr sz="1400"/>
            </a:pPr>
            <a:r>
              <a:t>- Missing: DB_CONNECTION</a:t>
            </a:r>
          </a:p>
          <a:p>
            <a:pPr>
              <a:defRPr sz="1400"/>
            </a:pPr>
            <a:r>
              <a:t>- Missing: DB_HOST</a:t>
            </a:r>
          </a:p>
          <a:p>
            <a:pPr>
              <a:defRPr sz="1400"/>
            </a:pPr>
            <a:r>
              <a:t>- Missing: DB_PORT</a:t>
            </a:r>
          </a:p>
          <a:p>
            <a:pPr>
              <a:defRPr sz="1400"/>
            </a:pPr>
            <a:r>
              <a:t>- Missing: DB_DATABASE</a:t>
            </a:r>
          </a:p>
          <a:p>
            <a:pPr>
              <a:defRPr sz="1400"/>
            </a:pPr>
            <a:r>
              <a:t>- Missing: DB_USERNAME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Read-only project inspection.</a:t>
            </a:r>
          </a:p>
          <a:p>
            <a:pPr>
              <a:defRPr sz="1400"/>
            </a:pPr>
            <a:r>
              <a:t>No project files were modified.</a:t>
            </a:r>
          </a:p>
          <a:p>
            <a:pPr>
              <a:defRPr sz="1400"/>
            </a:pPr>
            <a:r>
              <a:t>PowerPoint file was written only inside storage/presentations.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